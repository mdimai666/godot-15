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261033-7490-442C-F806-FE0215B5B0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7C1F944-2777-DD5D-16C4-79E3EB5552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A6CD40-A377-56E4-80F1-DBEF91679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9EEFE-BFA7-4E32-BB07-A6236B4A9FE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9B4F2A-C477-D113-35B3-03E23D01B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393BB4-F217-A0F9-E9CE-3630D3B83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C404C-B927-4AEC-BB59-7BEA4D8FFB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2801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6D0C3E-8ACC-E1F0-CB8D-55F2BE674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92D9C3-DC20-7226-33A5-41DEB7E9C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E0B77B-F880-6361-897F-8C7428E0B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9EEFE-BFA7-4E32-BB07-A6236B4A9FE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9AA546-7918-0AB4-076F-75ED97791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347FE9-652B-196F-E7A6-758887AA8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C404C-B927-4AEC-BB59-7BEA4D8FFB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6781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C031DD-B030-3769-8C58-56CCDC5F7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6AF626-79EF-6E0E-02B2-261F7BE64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C03112-C024-0C83-62CD-7FE4AD80A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9EEFE-BFA7-4E32-BB07-A6236B4A9FE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81BF47-F4D6-5BD1-C91C-B1AF5A1B9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B6C34C-DE23-9D0E-9EAE-3E05124FF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C404C-B927-4AEC-BB59-7BEA4D8FFB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280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6D17FF-35F2-F452-2E95-C6A76CD53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B07F1B-F89C-ABBA-BF3F-34A62595B0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15948AB-1EC5-8E43-80A0-29D54D7D4D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247250E-1367-7E61-9495-73229BB6A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9EEFE-BFA7-4E32-BB07-A6236B4A9FE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9F4A5B-2C6D-EA2A-1660-50E7B856A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47D1FA7-52D7-F259-C5E9-23A43C417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C404C-B927-4AEC-BB59-7BEA4D8FFB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7708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A3CFE5-47DD-0315-5625-4CAE3D629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FC5861-65D9-D03D-7093-AEA9E4963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CC848CF-0D90-2C0F-1289-147908783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A8AFEA5-6DF4-5EAB-8AEF-8CC633FD84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DB10D08-F871-A046-5678-233D04ED33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81BA8A8-8221-6E0A-1094-1DA3E6A4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9EEFE-BFA7-4E32-BB07-A6236B4A9FE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0D8F75D-CF5C-F5C0-46CA-2B0D6955F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4611C5F-161E-CDC2-05A9-D7B40E39C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C404C-B927-4AEC-BB59-7BEA4D8FFB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1134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DAB857-413F-9DF0-0B92-7E68AE3A8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E09FC38-77FE-D43C-2802-468391057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9EEFE-BFA7-4E32-BB07-A6236B4A9FE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5E48667-EE39-2568-C7F8-D86C015B0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321739B-B510-EBDA-D6EF-B0BB071DC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C404C-B927-4AEC-BB59-7BEA4D8FFB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4407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A614E46-DFD1-1B04-DC8F-C1D784B4C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9EEFE-BFA7-4E32-BB07-A6236B4A9FE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12F8E74-C812-C745-EF15-B32D1880C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A9012A3-38C0-11BE-A7FE-AF9EFA756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C404C-B927-4AEC-BB59-7BEA4D8FFB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9951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98DF85-5EFF-4611-22EB-1C5234DFE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3B8D61-99D8-0494-5023-5D80D2A2B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C93704E-2726-F94F-E83A-BA1AF17D13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43B9A63-E713-5A86-5CE8-EFD0450A0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9EEFE-BFA7-4E32-BB07-A6236B4A9FE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2DF6E40-89EA-9410-3F12-4D3ACC5A7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EA3C154-DE39-4F64-8774-0697408DC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C404C-B927-4AEC-BB59-7BEA4D8FFB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8591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08ECB6-45A0-CE0E-732D-2D80C4A22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44ED73B-70CE-BDE1-C8F0-C048392C68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C15CFFC-5776-2EBF-5651-12530359B9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81DEE80-BAD5-7BE4-C16D-646AD827A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9EEFE-BFA7-4E32-BB07-A6236B4A9FE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25E2A0A-725D-920E-843F-988729C5F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FCD91E8-1300-9DBD-AD1E-C221CFCA3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C404C-B927-4AEC-BB59-7BEA4D8FFB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7409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ED9BB8-7211-27CD-0210-38EA3ABC7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42DD273-35D6-0DC4-7D2E-641B285EAA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DE451F-0F72-74E9-E5DD-5FFA82CF9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9EEFE-BFA7-4E32-BB07-A6236B4A9FE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C7D5F1-EA7A-8239-F548-613B1D528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12E4AE-DD22-D939-2028-AA4A42D71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C404C-B927-4AEC-BB59-7BEA4D8FFB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025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38055DB-7A29-DB1C-4FE6-56E9052F82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3A1D075-2E11-AB32-4D71-DAFF0E3EC1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6BEBBB-5044-212E-D52E-96732DD77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9EEFE-BFA7-4E32-BB07-A6236B4A9FE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986183-0716-96FA-8AB9-DE2C80FAF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20B699-6D08-664D-6488-3C65A737A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C404C-B927-4AEC-BB59-7BEA4D8FFB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5401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45CBDE-6505-97D2-BB83-9E46AA156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FF6DF9-31E7-8519-4F7C-70ABFBD0F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78AD25-546F-04E3-C7E3-3221274C4A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B9EEFE-BFA7-4E32-BB07-A6236B4A9FE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49B6A5-84C8-3649-477D-A0079D347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3491ED-BE9D-E8D2-D3E9-6B67310C3C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AC404C-B927-4AEC-BB59-7BEA4D8FFB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9652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BB387AA-3A9D-1107-F738-EB6264EA73ED}"/>
              </a:ext>
            </a:extLst>
          </p:cNvPr>
          <p:cNvSpPr/>
          <p:nvPr/>
        </p:nvSpPr>
        <p:spPr>
          <a:xfrm>
            <a:off x="2152650" y="1035050"/>
            <a:ext cx="781050" cy="781050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4339265-2D00-EA55-E9CF-7D17D8D4C2E6}"/>
              </a:ext>
            </a:extLst>
          </p:cNvPr>
          <p:cNvSpPr/>
          <p:nvPr/>
        </p:nvSpPr>
        <p:spPr>
          <a:xfrm>
            <a:off x="4000500" y="977900"/>
            <a:ext cx="831850" cy="838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79973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1406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Dmitriy Makarov</dc:creator>
  <cp:lastModifiedBy>Dmitriy Makarov</cp:lastModifiedBy>
  <cp:revision>2</cp:revision>
  <dcterms:created xsi:type="dcterms:W3CDTF">2026-03-02T19:47:39Z</dcterms:created>
  <dcterms:modified xsi:type="dcterms:W3CDTF">2026-03-03T19:14:06Z</dcterms:modified>
</cp:coreProperties>
</file>